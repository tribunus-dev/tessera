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AB1565-73B3-4780-8BC2-BCB7EF773A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5E3E54-712D-4B17-956F-533C845A64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96B4894-B028-43E8-B079-BBACF02B5A0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72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Blue Master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72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Green Master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>Master Theme Fixture</dc:title>
</cp:coreProperties>
</file>