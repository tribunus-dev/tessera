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13EE1D-817E-4645-9673-57C7141E01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0BDA622-FC01-4F87-B31D-EF2BC60742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72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Round Trip Fixture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